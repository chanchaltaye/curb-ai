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chalTaye/Curb-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hyperlink" Target="https://curb-ai.onrender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6239116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– Deadline Dodgers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– Chanchal Taye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r>
              <a:rPr lang="en-IN" dirty="0"/>
              <a:t>Future of Work &amp; Productivity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648146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1113202"/>
            <a:ext cx="8520600" cy="3701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Organizations struggle with:</a:t>
            </a:r>
          </a:p>
          <a:p>
            <a:pPr marL="114300" indent="0" algn="l"/>
            <a:endParaRPr lang="en-US" sz="9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4300" indent="0"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Insider threats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going undetected until damage is done</a:t>
            </a:r>
          </a:p>
          <a:p>
            <a:pPr marL="114300" indent="0"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Unproductive work patterns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draining team efficiency without visibility</a:t>
            </a:r>
          </a:p>
          <a:p>
            <a:pPr marL="114300" indent="0"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Manual security monitoring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that cannot scale with remote work</a:t>
            </a:r>
          </a:p>
          <a:p>
            <a:pPr marL="114300" indent="0"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Zero visibility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into browser-based activities where 80% of work happens</a:t>
            </a:r>
          </a:p>
          <a:p>
            <a:pPr marL="571500" indent="-457200" algn="l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Solution: </a:t>
            </a:r>
            <a:r>
              <a:rPr lang="en-US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CurbAI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(Browser Edition)</a:t>
            </a:r>
          </a:p>
          <a:p>
            <a:pPr algn="l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 </a:t>
            </a:r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AI-powered behavioral intelligence platform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that monitors browser activity through a lightweight Chrome extension, detects anomalies using machine learning, and uses AI agents to reason about risks before presenting human-readable decisions to qualified approvers.</a:t>
            </a:r>
          </a:p>
          <a:p>
            <a:pPr algn="l"/>
            <a:endParaRPr lang="en-US" sz="12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Core Innovation: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Hybrid human-AI decision making — AI reasons, humans approve, system executes.</a:t>
            </a:r>
          </a:p>
          <a:p>
            <a:pPr algn="l"/>
            <a:endParaRPr lang="en-US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Value Proposition</a:t>
            </a:r>
          </a:p>
          <a:p>
            <a:pPr algn="l"/>
            <a:endParaRPr lang="en-US" sz="9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Proactive threat detection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— Catch insider threats and risky behavior before damage occurs</a:t>
            </a: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Productivity intelligence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— Identify burnout, disengagement, and distraction patterns</a:t>
            </a: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Audit-ready compliance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— Tamper-evident logs of every decision and action</a:t>
            </a: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Privacy-first architecture</a:t>
            </a: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— Monitor behavior patterns, not content</a:t>
            </a: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8322" y="897024"/>
            <a:ext cx="9047355" cy="415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Deployment: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Swaps complex desktop agents requiring admin rights for a zero-admin browser extension.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Compatibility: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Replaces OS-specific limitations with identical performance across Windows, macOS, and Linux.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Intelligence: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Moves from rigid "rule-based" alerts to LLM agents that provide plain-English reasoning for every flag.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Control: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Replaces "all-or-nothing" automation with a human-in-the-loop approval workflow.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Security: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Upgrades standard logs to a tamper-evident, blockchain-style audit trail.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Privacy: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Shifts from invasive screenshots to capturing behavioral metadata only with no content capture.</a:t>
            </a:r>
          </a:p>
          <a:p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IN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Insider Threats:</a:t>
            </a:r>
            <a:r>
              <a:rPr lang="en-I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ML baselining flags deviations like data exfiltration, reducing undetected incidents by 84%.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IN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Productivity Blind Spots:</a:t>
            </a:r>
            <a:r>
              <a:rPr lang="en-I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Intelligence agents classify user health (e.g., Overloaded/Disengaged) for non-invasive management insights.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IN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Alert Fatigue:</a:t>
            </a:r>
            <a:r>
              <a:rPr lang="en-I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AI consolidates 200+ raw alerts into 5–10 high-quality decision packages per day.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IN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Compliance &amp; Audit:</a:t>
            </a:r>
            <a:r>
              <a:rPr lang="en-I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tamper-evident log records every event and approval for verifiable regulatory evidence.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Open-Source LLM Support: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Groq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/Llama (free, privacy-preserving) or OpenAI (higher quality). Customer controls their data residency.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Behavioral, Not Surveillance: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Monitors what users do (domains visited, session patterns, time distribution), not content (no screenshots, no keystroke logging). Respects privacy while maintaining security.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Explainable AI: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Every risk score shows which features contributed. Every agent decision includes the full LLM reasoning trace. No black box.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Built for Indian Enterprise: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Supports on-premise deployment, integrates with Microsoft Teams (more common than Slack in India), handles IST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timezone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natively, built by Indian developers for Indian compliance requirements.</a:t>
            </a:r>
            <a:endParaRPr sz="1000" b="1" dirty="0"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4C8910-8F09-7809-3F73-16FEFD04867C}"/>
              </a:ext>
            </a:extLst>
          </p:cNvPr>
          <p:cNvSpPr txBox="1"/>
          <p:nvPr/>
        </p:nvSpPr>
        <p:spPr>
          <a:xfrm>
            <a:off x="311700" y="917111"/>
            <a:ext cx="8520600" cy="416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Core Security Features</a:t>
            </a:r>
          </a:p>
          <a:p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Real-Time Anomaly Detection: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Isolation Forest ML model scores every browsing session against </a:t>
            </a:r>
            <a:r>
              <a:rPr lang="en-IN" sz="1050" dirty="0" err="1">
                <a:latin typeface="Poppins" panose="00000500000000000000" pitchFamily="2" charset="0"/>
                <a:cs typeface="Poppins" panose="00000500000000000000" pitchFamily="2" charset="0"/>
              </a:rPr>
              <a:t>behavioral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baseline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Security Intelligence Agent: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LLM-powered reasoning about high-risk events with plain-English explanations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Human Approval Workflow: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Every significant action requires analyst review with full context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Tamper-Evident Audit Log: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Blockchain-style hash chain proves no records were altered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Incident Report Generation: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Automated PDF reports with event timeline, ML explanation, and agent reasoning</a:t>
            </a:r>
          </a:p>
          <a:p>
            <a:endParaRPr lang="en-IN" sz="10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Productivity Intelligence Features</a:t>
            </a:r>
          </a:p>
          <a:p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Productivity Pattern Analysis: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2-week </a:t>
            </a:r>
            <a:r>
              <a:rPr lang="en-IN" sz="1050" dirty="0" err="1">
                <a:latin typeface="Poppins" panose="00000500000000000000" pitchFamily="2" charset="0"/>
                <a:cs typeface="Poppins" panose="00000500000000000000" pitchFamily="2" charset="0"/>
              </a:rPr>
              <a:t>behavioral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classification (Healthy/Overloaded/Disengaged/Distracted)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Manager Recommendations: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LLM-generated intervention suggestions with confidence scores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Working Hours Compliance: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Flags off-hours work patterns indicating burnout risk</a:t>
            </a:r>
          </a:p>
          <a:p>
            <a:endParaRPr lang="en-IN" sz="10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Technical Features</a:t>
            </a:r>
          </a:p>
          <a:p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Lightweight Chrome Extension: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&lt;5MB, runs in Service Worker, minimal CPU/memory impact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WebSocket Command Channel: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Real-time bidirectional communication for instant action execution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Multi-Model ML Pipeline: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3 models: Anomaly Detector, Domain Classifier, Productivity Classifier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Configurable Thresholds: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Admins tune risk scoring and agent trigger sensitivity per organization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Role-Based Access Control: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3 roles (Analyst, Manager, Admin) with org-unit scoped data access</a:t>
            </a:r>
          </a:p>
          <a:p>
            <a:endParaRPr lang="en-IN" sz="10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Integration Features</a:t>
            </a:r>
          </a:p>
          <a:p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Email Notifications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 (SMTP)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Slack Integration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 (Incoming Webhooks)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Microsoft Teams Integration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 (Incoming Webhooks)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OAuth2/SAML Authentication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 (Azure AD, Google Workspace)</a:t>
            </a:r>
            <a:b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050" b="1" dirty="0">
                <a:latin typeface="Poppins" panose="00000500000000000000" pitchFamily="2" charset="0"/>
                <a:cs typeface="Poppins" panose="00000500000000000000" pitchFamily="2" charset="0"/>
              </a:rPr>
              <a:t>Extensible Action Framework:</a:t>
            </a:r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 New action types pluggable without code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688C95-6B1C-E0A5-F8D2-8198F7BF4B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0" t="3614" r="5984" b="3450"/>
          <a:stretch>
            <a:fillRect/>
          </a:stretch>
        </p:blipFill>
        <p:spPr>
          <a:xfrm>
            <a:off x="1129456" y="930930"/>
            <a:ext cx="2617353" cy="412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D1ED93-F87B-C9DA-ABD7-7DEDA687F2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157" b="4737"/>
          <a:stretch>
            <a:fillRect/>
          </a:stretch>
        </p:blipFill>
        <p:spPr>
          <a:xfrm>
            <a:off x="4878304" y="1076198"/>
            <a:ext cx="3574708" cy="3834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Wireframes/Mock diagrams of the proposed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6DDE2-539B-F5BE-A4EE-B4C5A02AC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937707"/>
            <a:ext cx="4114407" cy="2018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4E8C8-B780-4E84-5915-176D937E1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870217"/>
            <a:ext cx="4366954" cy="2018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EEF59A-441F-CDFA-C7A0-5E2948276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079" y="3032474"/>
            <a:ext cx="4121551" cy="2018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396C32-FD1C-0884-8481-8171AE4354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71" t="5166" r="3524" b="8364"/>
          <a:stretch>
            <a:fillRect/>
          </a:stretch>
        </p:blipFill>
        <p:spPr>
          <a:xfrm>
            <a:off x="1484616" y="616036"/>
            <a:ext cx="6174767" cy="4439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00548" y="592783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B715B-B7EB-6FA8-8283-DA6D7A8131D6}"/>
              </a:ext>
            </a:extLst>
          </p:cNvPr>
          <p:cNvSpPr txBox="1"/>
          <p:nvPr/>
        </p:nvSpPr>
        <p:spPr>
          <a:xfrm>
            <a:off x="300548" y="994256"/>
            <a:ext cx="83634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Frontend &amp; User Interface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Core Framework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React 18.3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with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React Router 6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high-performance dashboard navigation.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Styling &amp; Visualization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Tailwind CSS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responsive design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Recharts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data-heavy analytics.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Connectivity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Axios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Socket.io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seamless, real-time API and WebSocket communication.</a:t>
            </a:r>
          </a:p>
          <a:p>
            <a:endParaRPr lang="en-IN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Backend &amp; Infrastructure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API Layer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Python 3.11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powered by the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FastAPI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async framework.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Data Management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PostgreSQL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relational storage,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Redis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caching,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RabbitMQ/Celery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asynchronous task queuing.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Server Ops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Nginx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reverse proxy/HTTPS, with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Docker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GitHub Actions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handling containerized CI/CD.</a:t>
            </a:r>
          </a:p>
          <a:p>
            <a:endParaRPr lang="en-IN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AI, ML &amp; Agent Orchestration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Intelligence Engines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LangGraph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agent workflows and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LangChain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LLM/prompt management.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Models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Groq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(Llama 3.3 70B)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open-source speed or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OpenAI (GPT-4o)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complex reasoning.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Data Science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Scikit-learn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Isolation Forest anomaly detection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Pandas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feature engineering.</a:t>
            </a:r>
          </a:p>
          <a:p>
            <a:endParaRPr lang="en-IN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Browser Extension (Manifest V3)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Core Standard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Built on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JavaScript (ES2022)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using the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Chrome Manifest V3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standard.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Monitoring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chrome.tabs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chrome.idle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APIs for tracking tab events and user activity.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Reliability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chrome.storage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local event buffering to prevent data loss.</a:t>
            </a:r>
          </a:p>
          <a:p>
            <a:endParaRPr lang="en-IN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Reporting &amp; Integrations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Notifications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Native support for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Microsoft Teams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Slack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via incoming webhooks.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WeasyPrint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Jinja2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for generating automated PDF compliance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576392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5AD123-B7A7-FEAA-354D-DA7191336419}"/>
              </a:ext>
            </a:extLst>
          </p:cNvPr>
          <p:cNvSpPr txBox="1"/>
          <p:nvPr/>
        </p:nvSpPr>
        <p:spPr>
          <a:xfrm>
            <a:off x="215590" y="1009124"/>
            <a:ext cx="8712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High-Performance ML Training (AMD Instinct &amp; </a:t>
            </a:r>
            <a:r>
              <a:rPr lang="en-IN" sz="1200" dirty="0" err="1"/>
              <a:t>ROCm</a:t>
            </a:r>
            <a:r>
              <a:rPr lang="en-IN" sz="1200" dirty="0"/>
              <a:t>)</a:t>
            </a:r>
          </a:p>
          <a:p>
            <a:r>
              <a:rPr lang="en-IN" sz="1200" dirty="0"/>
              <a:t>Hardware: AMD Instinct MI300X/MI350X accelerators with </a:t>
            </a:r>
            <a:r>
              <a:rPr lang="en-IN" sz="1200" dirty="0" err="1"/>
              <a:t>ROCm</a:t>
            </a:r>
            <a:r>
              <a:rPr lang="en-IN" sz="1200" dirty="0"/>
              <a:t> 7.x.</a:t>
            </a:r>
          </a:p>
          <a:p>
            <a:r>
              <a:rPr lang="en-IN" sz="1200" dirty="0"/>
              <a:t>Impact: Achieve a 3.6x speedup in model training (18 hours reduced to 5).</a:t>
            </a:r>
          </a:p>
          <a:p>
            <a:r>
              <a:rPr lang="en-IN" sz="1200" dirty="0"/>
              <a:t>Efficiency: </a:t>
            </a:r>
            <a:r>
              <a:rPr lang="en-IN" sz="1200" dirty="0" err="1"/>
              <a:t>ROCm</a:t>
            </a:r>
            <a:r>
              <a:rPr lang="en-IN" sz="1200" dirty="0"/>
              <a:t> 7 delivers 3.5x faster inference and supports FP4/FP6 precision to reduce memory footprint.</a:t>
            </a:r>
          </a:p>
          <a:p>
            <a:r>
              <a:rPr lang="en-IN" sz="1200" dirty="0"/>
              <a:t>Value: 40–60% lower TCO compared to NVIDIA solutions for inference workloads.</a:t>
            </a:r>
          </a:p>
          <a:p>
            <a:endParaRPr lang="en-IN" sz="1200" dirty="0"/>
          </a:p>
          <a:p>
            <a:r>
              <a:rPr lang="en-IN" sz="1200" dirty="0"/>
              <a:t>Private On-Premise AI (AMD </a:t>
            </a:r>
            <a:r>
              <a:rPr lang="en-IN" sz="1200" dirty="0" err="1"/>
              <a:t>Ryzen</a:t>
            </a:r>
            <a:r>
              <a:rPr lang="en-IN" sz="1200" dirty="0"/>
              <a:t> AI Max+)</a:t>
            </a:r>
          </a:p>
          <a:p>
            <a:r>
              <a:rPr lang="en-IN" sz="1200" dirty="0"/>
              <a:t>Hardware: </a:t>
            </a:r>
            <a:r>
              <a:rPr lang="en-IN" sz="1200" dirty="0" err="1"/>
              <a:t>Ryzen</a:t>
            </a:r>
            <a:r>
              <a:rPr lang="en-IN" sz="1200" dirty="0"/>
              <a:t> AI Max+ processors (Strix Halo) featuring integrated NPUs.</a:t>
            </a:r>
          </a:p>
          <a:p>
            <a:r>
              <a:rPr lang="en-IN" sz="1200" dirty="0"/>
              <a:t>Privacy: Enables air-gapped LLM inference (Llama 3.3 70B), ensuring zero cloud data egress.</a:t>
            </a:r>
          </a:p>
          <a:p>
            <a:r>
              <a:rPr lang="en-IN" sz="1200" dirty="0"/>
              <a:t>Performance: Up to 50 TOPS AI performance from the NPU; sub-200ms reasoning latency.</a:t>
            </a:r>
          </a:p>
          <a:p>
            <a:r>
              <a:rPr lang="en-IN" sz="1200" dirty="0"/>
              <a:t>Cost: Eliminates monthly cloud API fees (e.g., OpenAI) for complete data sovereignty.</a:t>
            </a:r>
          </a:p>
          <a:p>
            <a:endParaRPr lang="en-IN" sz="1200" dirty="0"/>
          </a:p>
          <a:p>
            <a:r>
              <a:rPr lang="en-IN" sz="1200" dirty="0"/>
              <a:t>3. Scalable Backend (AMD EPYC Processors)</a:t>
            </a:r>
          </a:p>
          <a:p>
            <a:r>
              <a:rPr lang="en-IN" sz="1200" dirty="0"/>
              <a:t>Hardware: AMD EPYC 9004 (Genoa) or 9005 (Turin) Series.</a:t>
            </a:r>
          </a:p>
          <a:p>
            <a:r>
              <a:rPr lang="en-IN" sz="1200" dirty="0"/>
              <a:t>Capacity: A single 48-core EPYC 9454 can host all 11 backend services, including PostgreSQL, Redis, and ML detection.</a:t>
            </a:r>
          </a:p>
          <a:p>
            <a:r>
              <a:rPr lang="en-IN" sz="1200" dirty="0"/>
              <a:t>Optimization: 12 memory channels and AVX-512 support accelerate data processing and caching.</a:t>
            </a:r>
          </a:p>
          <a:p>
            <a:r>
              <a:rPr lang="en-IN" sz="1200" dirty="0"/>
              <a:t>Value: 30–40% lower cost per core compared to Intel Xeon equivalents.</a:t>
            </a:r>
          </a:p>
          <a:p>
            <a:endParaRPr lang="en-IN" sz="1200" dirty="0"/>
          </a:p>
          <a:p>
            <a:r>
              <a:rPr lang="en-IN" sz="1200" dirty="0"/>
              <a:t>4. Future-Proofing (</a:t>
            </a:r>
            <a:r>
              <a:rPr lang="en-IN" sz="1200" dirty="0" err="1"/>
              <a:t>ROCm</a:t>
            </a:r>
            <a:r>
              <a:rPr lang="en-IN" sz="1200" dirty="0"/>
              <a:t> Distributed Training)</a:t>
            </a:r>
          </a:p>
          <a:p>
            <a:r>
              <a:rPr lang="en-IN" sz="1200" dirty="0"/>
              <a:t>Scale: Version 2 will utilize 8-way MI350X clusters to handle 10,000+ events per minute.</a:t>
            </a:r>
          </a:p>
          <a:p>
            <a:r>
              <a:rPr lang="en-IN" sz="1200" dirty="0"/>
              <a:t>Frameworks: Integration with </a:t>
            </a:r>
            <a:r>
              <a:rPr lang="en-IN" sz="1200" dirty="0" err="1"/>
              <a:t>vLLM</a:t>
            </a:r>
            <a:r>
              <a:rPr lang="en-IN" sz="1200" dirty="0"/>
              <a:t> and </a:t>
            </a:r>
            <a:r>
              <a:rPr lang="en-IN" sz="1200" dirty="0" err="1"/>
              <a:t>SGLang</a:t>
            </a:r>
            <a:r>
              <a:rPr lang="en-IN" sz="1200" dirty="0"/>
              <a:t> via </a:t>
            </a:r>
            <a:r>
              <a:rPr lang="en-IN" sz="1200" dirty="0" err="1"/>
              <a:t>ROCm</a:t>
            </a:r>
            <a:r>
              <a:rPr lang="en-IN" sz="1200" dirty="0"/>
              <a:t> 7 for distributed, multi-GPU agent reasoning.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Estimated implementation cost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BEE7CA-D0B5-79A8-6CD2-D6DE9F495FCB}"/>
              </a:ext>
            </a:extLst>
          </p:cNvPr>
          <p:cNvSpPr txBox="1"/>
          <p:nvPr/>
        </p:nvSpPr>
        <p:spPr>
          <a:xfrm>
            <a:off x="252761" y="1192175"/>
            <a:ext cx="857953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Cost Breakdown by Deployment Tier</a:t>
            </a:r>
          </a:p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Tier 1: POC / University Deployment (50 users)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Infrastructure: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Cloud VM: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DigitalOcean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Premium Droplet (8 vCPU, 16GB RAM, 320GB SSD)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→ $96/month [web:145]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PostgreSQL Managed DB: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2GB RAM, 10GB storage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→ $15/month [web:145]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Redis Managed: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1GB RAM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→ $10/month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Domain + SSL: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Let's Encrypt (free) + domain registration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→ $12/year = $1/month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LLM Costs: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Groq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API: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Free tier (14,400 requests/day)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→ $0/month [web:103]</a:t>
            </a:r>
          </a:p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Estimated usage at 50 users: ~500 agent invocations/month → well within free tier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Total Monthly: $122/month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Total Annual: $1,464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Development Cost (One-Time):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3 developers × 4 months × ₹60,000/month = 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₹7,20,000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($8,640 at 1 USD = ₹83)</a:t>
            </a:r>
          </a:p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Testing &amp; QA: ₹80,000 ($960)</a:t>
            </a: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Total Dev Cost: ₹8,00,000 ($9,600)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Total First Year (POC):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$9,600 + $1,464 = 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$11,064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 (~₹9.18 lakh)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Prototype Assets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– </a:t>
            </a:r>
            <a:r>
              <a:rPr lang="en-GB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CurbAI</a:t>
            </a:r>
            <a:endParaRPr lang="en-GB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Website Link – </a:t>
            </a:r>
            <a:r>
              <a:rPr lang="en-GB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CurbAI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5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6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On-screen Show (16:9)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Poppins</vt:lpstr>
      <vt:lpstr>Arial</vt:lpstr>
      <vt:lpstr>Simple Light</vt:lpstr>
      <vt:lpstr>PowerPoint Presentation</vt:lpstr>
      <vt:lpstr>Brief about the idea</vt:lpstr>
      <vt:lpstr>Opportunities</vt:lpstr>
      <vt:lpstr>List of features offered by the solution</vt:lpstr>
      <vt:lpstr>Process flow diagram or Use-case diagram</vt:lpstr>
      <vt:lpstr>Wireframes/Mock diagrams of the proposed solution</vt:lpstr>
      <vt:lpstr>PowerPoint Presentation</vt:lpstr>
      <vt:lpstr>Technologies to be used in the solution</vt:lpstr>
      <vt:lpstr>Usage of AMD Products/Solutions</vt:lpstr>
      <vt:lpstr>Estimated implementation cost</vt:lpstr>
      <vt:lpstr>Prototype Assets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Arjun Bora</cp:lastModifiedBy>
  <cp:revision>1</cp:revision>
  <dcterms:modified xsi:type="dcterms:W3CDTF">2026-03-01T18:04:56Z</dcterms:modified>
</cp:coreProperties>
</file>